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</p:sldIdLst>
  <p:sldSz cx="10080625" cy="5670550"/>
  <p:notesSz cx="7772400" cy="100584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redetermin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s-MX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s-MX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626894E-6EE5-4821-94DE-01683748C23B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s-MX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Predetermin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s-MX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>
              <a:spcBef>
                <a:spcPts val="1417"/>
              </a:spcBef>
              <a:buNone/>
            </a:pPr>
            <a:endParaRPr lang="es-MX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AB5B954-F06F-44FC-8A82-45FF8E75E59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s-MX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es-MX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es-MX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lang="es-MX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MX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s-MX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MX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s-MX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MX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MX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MX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lang="es-MX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MX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lang="es-MX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lang="es-MX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MX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lang="es-MX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lang="es-MX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lang="es-MX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lang="es-MX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>
              <a:buNone/>
              <a:defRPr lang="es-MX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s-MX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&lt;fecha/hora&gt;</a:t>
            </a:r>
            <a:endParaRPr lang="es-MX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ctr">
              <a:buNone/>
              <a:defRPr lang="es-MX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s-MX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MX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s-MX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7B038C14-E1D5-4F99-9D10-D45B84C0DD8E}" type="slidenum">
              <a:rPr lang="es-MX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&lt;número&gt;</a:t>
            </a:fld>
            <a:endParaRPr lang="es-MX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jpeg"/><Relationship Id="rId3" Type="http://schemas.openxmlformats.org/officeDocument/2006/relationships/image" Target="../media/image4.jpeg"/><Relationship Id="rId4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image" Target="../media/image6.jpeg"/><Relationship Id="rId3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7.jpeg"/><Relationship Id="rId2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r>
              <a:rPr lang="es-MX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Lo que llevo hecho </a:t>
            </a:r>
            <a:endParaRPr lang="es-MX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" name=""/>
          <p:cNvPicPr/>
          <p:nvPr/>
        </p:nvPicPr>
        <p:blipFill>
          <a:blip r:embed="rId1"/>
          <a:stretch/>
        </p:blipFill>
        <p:spPr>
          <a:xfrm>
            <a:off x="504000" y="1326600"/>
            <a:ext cx="9071280" cy="32882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540000" y="234000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r>
              <a:rPr lang="es-MX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Antes de continuar, una cosa...</a:t>
            </a:r>
            <a:endParaRPr lang="es-MX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504000" y="74160"/>
            <a:ext cx="9071640" cy="1250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r>
              <a:rPr lang="es-MX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VALIÓ MADRE LOS CABLES DEL LECTOR :(</a:t>
            </a:r>
            <a:endParaRPr lang="es-MX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180000" y="4746600"/>
            <a:ext cx="5796000" cy="653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(Por lo que está en standby)</a:t>
            </a:r>
            <a:endParaRPr lang="es-MX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6" name=""/>
          <p:cNvPicPr/>
          <p:nvPr/>
        </p:nvPicPr>
        <p:blipFill>
          <a:blip r:embed="rId1"/>
          <a:stretch/>
        </p:blipFill>
        <p:spPr>
          <a:xfrm>
            <a:off x="3600000" y="1488960"/>
            <a:ext cx="2651040" cy="2651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" name=""/>
          <p:cNvSpPr/>
          <p:nvPr/>
        </p:nvSpPr>
        <p:spPr>
          <a:xfrm>
            <a:off x="4320000" y="3240000"/>
            <a:ext cx="900000" cy="1080000"/>
          </a:xfrm>
          <a:custGeom>
            <a:avLst/>
            <a:gdLst>
              <a:gd name="textAreaLeft" fmla="*/ 361440 w 900000"/>
              <a:gd name="textAreaRight" fmla="*/ 582120 w 900000"/>
              <a:gd name="textAreaTop" fmla="*/ 370080 h 1080000"/>
              <a:gd name="textAreaBottom" fmla="*/ 709920 h 1080000"/>
            </a:gdLst>
            <a:ahLst/>
            <a:cxnLst/>
            <a:rect l="textAreaLeft" t="textAreaTop" r="textAreaRight" b="textAreaBottom"/>
            <a:pathLst>
              <a:path w="640" h="861">
                <a:moveTo>
                  <a:pt x="640" y="233"/>
                </a:moveTo>
                <a:lnTo>
                  <a:pt x="221" y="293"/>
                </a:lnTo>
                <a:lnTo>
                  <a:pt x="506" y="12"/>
                </a:lnTo>
                <a:lnTo>
                  <a:pt x="367" y="0"/>
                </a:lnTo>
                <a:lnTo>
                  <a:pt x="29" y="406"/>
                </a:lnTo>
                <a:lnTo>
                  <a:pt x="431" y="347"/>
                </a:lnTo>
                <a:lnTo>
                  <a:pt x="145" y="645"/>
                </a:lnTo>
                <a:lnTo>
                  <a:pt x="99" y="520"/>
                </a:lnTo>
                <a:lnTo>
                  <a:pt x="0" y="861"/>
                </a:lnTo>
                <a:lnTo>
                  <a:pt x="326" y="765"/>
                </a:lnTo>
                <a:lnTo>
                  <a:pt x="209" y="711"/>
                </a:lnTo>
                <a:lnTo>
                  <a:pt x="640" y="233"/>
                </a:lnTo>
                <a:lnTo>
                  <a:pt x="640" y="233"/>
                </a:lnTo>
                <a:close/>
              </a:path>
            </a:pathLst>
          </a:custGeom>
          <a:solidFill>
            <a:srgbClr val="FF0000"/>
          </a:solidFill>
          <a:ln w="0">
            <a:solidFill>
              <a:srgbClr val="FF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s-MX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8" name=""/>
          <p:cNvPicPr/>
          <p:nvPr/>
        </p:nvPicPr>
        <p:blipFill>
          <a:blip r:embed="rId2"/>
          <a:stretch/>
        </p:blipFill>
        <p:spPr>
          <a:xfrm>
            <a:off x="6660000" y="900000"/>
            <a:ext cx="2840760" cy="4345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9" name=""/>
          <p:cNvPicPr/>
          <p:nvPr/>
        </p:nvPicPr>
        <p:blipFill>
          <a:blip r:embed="rId3"/>
          <a:srcRect l="0" t="36155" r="41893" b="0"/>
          <a:stretch/>
        </p:blipFill>
        <p:spPr>
          <a:xfrm>
            <a:off x="540000" y="900000"/>
            <a:ext cx="2421000" cy="27000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r>
              <a:rPr lang="es-MX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Pero ya pedí repuestos :D</a:t>
            </a:r>
            <a:endParaRPr lang="es-MX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1" name=""/>
          <p:cNvPicPr/>
          <p:nvPr/>
        </p:nvPicPr>
        <p:blipFill>
          <a:blip r:embed="rId1"/>
          <a:stretch/>
        </p:blipFill>
        <p:spPr>
          <a:xfrm>
            <a:off x="5999040" y="1172520"/>
            <a:ext cx="3900960" cy="39009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2" name=""/>
          <p:cNvPicPr/>
          <p:nvPr/>
        </p:nvPicPr>
        <p:blipFill>
          <a:blip r:embed="rId2"/>
          <a:stretch/>
        </p:blipFill>
        <p:spPr>
          <a:xfrm>
            <a:off x="180000" y="1265760"/>
            <a:ext cx="5115960" cy="37742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r>
              <a:rPr lang="es-MX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Con esto dicho podemos continuar</a:t>
            </a:r>
            <a:endParaRPr lang="es-MX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4" name=""/>
          <p:cNvPicPr/>
          <p:nvPr/>
        </p:nvPicPr>
        <p:blipFill>
          <a:blip r:embed="rId1"/>
          <a:stretch/>
        </p:blipFill>
        <p:spPr>
          <a:xfrm>
            <a:off x="3047400" y="1080000"/>
            <a:ext cx="4512600" cy="42184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s-MX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>
              <a:spcBef>
                <a:spcPts val="1417"/>
              </a:spcBef>
              <a:buNone/>
            </a:pPr>
            <a:endParaRPr lang="es-MX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19</TotalTime>
  <Application>LibreOffice/26.2.4.2$Windows_X86_64 LibreOffice_project/0229ac93fcf0d7cbc6376066c6f35021cef002dc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2026-07-28T12:49:03Z</dcterms:created>
  <dc:creator/>
  <dc:description/>
  <dc:language>es-MX</dc:language>
  <cp:lastModifiedBy/>
  <dcterms:modified xsi:type="dcterms:W3CDTF">2026-07-28T13:18:31Z</dcterms:modified>
  <cp:revision>3</cp:revision>
  <dc:subject/>
  <dc:title/>
</cp:coreProperties>
</file>